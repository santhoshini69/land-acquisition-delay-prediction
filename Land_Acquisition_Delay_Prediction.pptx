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project focuses on predicting possible delays in land acquisition before the delay actually happens. We use project-related data and machine learning to identify high-risk projects and the major factors causing the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Currently, many problems are identified only after they start affecting the project timeline. Our idea is to identify the risk earlier so authorities can investigate and take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waiting for a project to get delayed, our system provides an early warning based on the information available about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important factors we provide to our machine learning system. Historical project records can be used to train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historical data is collected and cleaned. The model learns patterns from this data. When we provide a new project, the trained model predicts its delay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our initial implementation we start with Logistic Regression and later compare with Decision Tree or Random Forest. Note: do not claim 82% is real unless the model is actually trained.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purpose of the risk category is to make the ML output easier for users to understand.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Explainability is important because the user should understand why the system has identified a project as high-risk.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frontend collects project information. Flask connects it with our Python ML model. The model generates the prediction, shown on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supports monitoring and decision-making by giving an early indication of potential delay risks.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future, the system can be extended with real-time data, maps, automated alerts and integration with existing information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System for Early Detection of Land Acquisition Delays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Smart Automation  |  Track: Software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FE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Land Resources / Infrastructure Development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Varshitha S (IT)   •   Shamma (IT)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Santhosini (CSBS)   •   Vidhya (CSBS)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disputes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compensation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documentation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delays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Rehabilitation issues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between departments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number of affected families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937760" y="1097280"/>
            <a:ext cx="3749040" cy="3291840"/>
          </a:xfrm>
          <a:prstGeom prst="rect">
            <a:avLst/>
          </a:prstGeom>
          <a:solidFill>
            <a:srgbClr val="EEF4F8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 SITUATION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 happens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is identified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is taken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Need: EARLY detection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Proposed Solution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project-related data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historical project data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patterns related to delays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probability of delay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project into a risk category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major contributing risk factors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937760" y="1097280"/>
            <a:ext cx="3749040" cy="3291840"/>
          </a:xfrm>
          <a:prstGeom prst="rect">
            <a:avLst/>
          </a:prstGeom>
          <a:solidFill>
            <a:srgbClr val="EEF4F8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Model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Prediction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Factors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Early Warning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Used by the System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097280"/>
          <a:ext cx="64008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Highway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 Area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 acres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Affected Families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Compensation 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Disputes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Timeline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days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 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Incomplete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Rehabilitation 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is collected and cleaned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are selected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learns patterns from history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project data is fed to trained model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outputs risk score + risk factors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937760" y="1097280"/>
            <a:ext cx="3749040" cy="3291840"/>
          </a:xfrm>
          <a:prstGeom prst="rect">
            <a:avLst/>
          </a:prstGeom>
          <a:solidFill>
            <a:srgbClr val="EEF4F8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Historical Project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Data Cleaning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Feature Selection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Machine Learning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Model Training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New Project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Risk Prediction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Risk Score + Factors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Approach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to predict whether a project is likely to be delayed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(starting point)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Delay Probability / Risk Score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937760" y="1097280"/>
            <a:ext cx="3749040" cy="3291840"/>
          </a:xfrm>
          <a:prstGeom prst="rect">
            <a:avLst/>
          </a:prstGeom>
          <a:solidFill>
            <a:srgbClr val="EEF4F8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OUTPUT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 Probability : 82%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Level        : HIGH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(illustrative only)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4206240" cy="1828800"/>
          </a:xfrm>
          <a:prstGeom prst="rect">
            <a:avLst/>
          </a:prstGeom>
          <a:solidFill>
            <a:srgbClr val="EEF4F8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ID        : P1024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Type      : Highway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 Probability : 82%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Level        : HIGH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029200" y="1097280"/>
            <a:ext cx="1143000" cy="1828800"/>
          </a:xfrm>
          <a:prstGeom prst="rect">
            <a:avLst/>
          </a:prstGeom>
          <a:solidFill>
            <a:srgbClr val="2E9E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263640" y="1097280"/>
            <a:ext cx="1143000" cy="1828800"/>
          </a:xfrm>
          <a:prstGeom prst="rect">
            <a:avLst/>
          </a:prstGeom>
          <a:solidFill>
            <a:srgbClr val="E0A1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RISK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1097280"/>
            <a:ext cx="1143000" cy="1828800"/>
          </a:xfrm>
          <a:prstGeom prst="rect">
            <a:avLst/>
          </a:prstGeom>
          <a:solidFill>
            <a:srgbClr val="D6454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will be defined during implementation based on model output and project requirements.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the Project at Risk?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gives more than a prediction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explains the factors behind 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compensation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disputes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delay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documentation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affected families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4937760" y="1097280"/>
            <a:ext cx="3749040" cy="3291840"/>
          </a:xfrm>
          <a:prstGeom prst="rect">
            <a:avLst/>
          </a:prstGeom>
          <a:solidFill>
            <a:srgbClr val="EEF4F8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Score: HIGH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contributing factors: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✓ Legal disputes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✓ Compensation pending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✓ Approval delay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Architecture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4023360" cy="3566160"/>
          </a:xfrm>
          <a:prstGeom prst="rect">
            <a:avLst/>
          </a:prstGeom>
          <a:solidFill>
            <a:srgbClr val="EEF4F8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/ OFFICIAL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Application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Flask 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Model → Prediction Engine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Score + Risk Factors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 / Report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846320" y="109728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993392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Flask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2889504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NumPy, Scikit-learn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3785616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8"/>
            </a:solidFill>
          </a:ln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Prediction Dashboard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projects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projects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Medium-risk projects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projects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 charts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Project-wise predictions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937760" y="1097280"/>
            <a:ext cx="3749040" cy="3291840"/>
          </a:xfrm>
          <a:prstGeom prst="rect">
            <a:avLst/>
          </a:prstGeom>
          <a:solidFill>
            <a:srgbClr val="EEF4F8"/>
          </a:solidFill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LAND ACQUISITION RISK ANALYSIS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ID  : P1024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       : Highway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Land Area   : 250 acres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Families    : 180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 Prob. : 82%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 Level  : HIGH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Legal disputes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Pending compensation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Approval delay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Incomplete documents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of the Proposed System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2606040" cy="1554480"/>
          </a:xfrm>
          <a:prstGeom prst="rect">
            <a:avLst/>
          </a:prstGeom>
          <a:solidFill>
            <a:srgbClr val="EEF4F8"/>
          </a:solidFill>
          <a:ln/>
        </p:spPr>
        <p:txBody>
          <a:bodyPr wrap="square" lIns="177800" tIns="177800" rIns="177800" bIns="17780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projects needing closer attention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3246120" y="1188720"/>
            <a:ext cx="2606040" cy="1554480"/>
          </a:xfrm>
          <a:prstGeom prst="rect">
            <a:avLst/>
          </a:prstGeom>
          <a:solidFill>
            <a:srgbClr val="EEF4F8"/>
          </a:solidFill>
          <a:ln/>
        </p:spPr>
        <p:txBody>
          <a:bodyPr wrap="square" lIns="177800" tIns="177800" rIns="177800" bIns="17780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project data, not only manual monitoring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1188720"/>
            <a:ext cx="2606040" cy="1554480"/>
          </a:xfrm>
          <a:prstGeom prst="rect">
            <a:avLst/>
          </a:prstGeom>
          <a:solidFill>
            <a:srgbClr val="EEF4F8"/>
          </a:solidFill>
          <a:ln/>
        </p:spPr>
        <p:txBody>
          <a:bodyPr wrap="square" lIns="177800" tIns="177800" rIns="177800" bIns="17780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factors behind the predicted risk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926080"/>
            <a:ext cx="2606040" cy="1554480"/>
          </a:xfrm>
          <a:prstGeom prst="rect">
            <a:avLst/>
          </a:prstGeom>
          <a:solidFill>
            <a:srgbClr val="EEF4F8"/>
          </a:solidFill>
          <a:ln/>
        </p:spPr>
        <p:txBody>
          <a:bodyPr wrap="square" lIns="177800" tIns="177800" rIns="177800" bIns="17780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Monitoring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prioritize projects for investigation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3246120" y="2926080"/>
            <a:ext cx="2606040" cy="1554480"/>
          </a:xfrm>
          <a:prstGeom prst="rect">
            <a:avLst/>
          </a:prstGeom>
          <a:solidFill>
            <a:srgbClr val="EEF4F8"/>
          </a:solidFill>
          <a:ln/>
        </p:spPr>
        <p:txBody>
          <a:bodyPr wrap="square" lIns="177800" tIns="177800" rIns="177800" bIns="17780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to a larger number of projects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18872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project monitoring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government databases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/ map-based visualization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alerts and notifications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754880" y="118872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advanced ML models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trend analysis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with document verification systems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land acquisition delays at an early stage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multiple project-related factors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delay probability / risk score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important factors behind the risk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an easy-to-understand dashboard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proactive project monitoring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2026-09-30T06:51:54Z</dcterms:created>
  <dcterms:modified xsi:type="dcterms:W3CDTF">2026-09-30T06:51:54Z</dcterms:modified>
</cp:coreProperties>
</file>